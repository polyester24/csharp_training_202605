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70" r:id="rId10"/>
    <p:sldId id="268" r:id="rId11"/>
    <p:sldId id="26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3214CE-5828-4E7C-882C-996F367D41A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6E3D2-F348-4ED1-BD31-3C5B6EFE7C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2619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6E3D2-F348-4ED1-BD31-3C5B6EFE7CB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405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12E6D-E7A2-C040-2B7C-1AF081509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04D970-64B7-0DE1-EAE7-C1934136F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0E6A9E-FC25-18F9-2B56-C0110CC1D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F888FB-138A-2EF5-E21B-2D522D0C7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409468-04A1-B3E7-D59A-80E2FF505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9282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8996E6-D822-85C4-B345-7DC966730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7367C9-7A95-2A31-17AD-C54E06A2E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67CD18-B602-BBF2-3974-0443A7B2D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CBE639-439D-586D-1A24-697B3AD90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078A7A-7FEA-A08B-E048-236D994FD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8034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73CAD2-C082-7FE8-1EA7-7FCC2FFD5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857531-2559-CE0F-577D-99122428CE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D460B9-E933-60AB-1608-5C9168E8E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D4E570-0D18-45F0-FD83-3CAC63692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51F607-193B-FC59-1E47-C4F0704DC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1528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17FAFF-A863-71F5-CF08-EAAEA5B42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0E6752-E87D-28C6-B86B-A3A1440C0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D8F726-0C88-80DF-F4AB-86F08F543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B424B5-572E-2467-2DCA-31E27EA0B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966196A-0256-B414-30DA-73C23659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5DED951-B824-F2F7-3682-C08615C24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5494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0CF166-5F6F-9F58-D60F-D74ADD346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CD98BE-7E25-9861-37D3-63457E14D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B340EC-3093-50BD-C450-0760271EF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81568E-7CF3-DF03-E220-4B7ECA62E4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E4521F9-0722-ABBB-D6DD-51AF7F5E55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C110754-4324-138A-DD2E-F17B706B5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FDCEEE1-BA3C-E5F9-6E94-326CF2327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9812CDA-F93F-0AAA-924B-81058E6C3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8113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2DB710-9F6B-81B0-5562-8FF290E52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8D5FD8F-B422-ACEA-F89A-BB49C207C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2AC095F-0075-9386-67FF-C1D032254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FE0197C-519B-1DEE-3E71-8A1DC62DA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0438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67AFE99-E8BF-B56E-E029-5258CE241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FBF2541-A76B-0998-DE85-775A10B15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ACD3E1F-CF40-2069-0808-61344DEA7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1732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246557-4F29-E54C-3DF1-E51128694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5FF4B0-AB15-F268-C862-32921811F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19FFCB-9A8B-3343-9315-5554341BC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980815-2BF6-96AB-C939-7BB426228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F2F044D-30B8-AD9F-1D29-A917374AB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5DD248A-9592-0A56-13A2-E57162EC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6173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F6786B-7988-F6B9-52FD-FD8A81048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B151CFB-C5F3-3456-8DA6-9F5474014B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13FFF3C-112C-BCC5-15C6-EDBB4590CA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236FA3-5918-8578-9B28-CAE7695DF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FB26C1-1F47-652D-08AE-48AF44AE3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8D4E04-93E1-7AA6-0392-B9EFB6E7E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3351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2BC7E8-C536-00F0-5B20-8C26992D8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71D0FD-8D6D-F1C5-7B47-7A16CA825B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30DF22-36FA-92DA-78FD-7AA0ABC5C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34D640-1A7E-4155-05FF-ED2CA0D01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DB4BBB-E84E-7528-E307-AC8304E72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6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7DBB44E-F9A8-990C-32DB-842C24FE4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95AD16B-0BC3-C343-0029-A21D53796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6FF247-FB64-0404-D9E6-45AF458BE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920D20-A59C-791F-C8B0-7142716AF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875F17-9B98-50AC-CED9-E7F93FFA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266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C9A3D43-9D24-7C52-912A-55C5040C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932030-4341-3884-CE6F-E39165C4A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5B4999-40AD-EC2D-8A5D-369ECB805B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B63A5E-6A93-42D8-BF69-D7A540BA69FA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D98C4A-45B1-023A-2561-42C4C83A2E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FF830C-5615-47BA-A534-359CC5EAF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3CDB99-29BA-42FD-B2B2-12275BAA74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876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0CDA8E-B36C-8C26-0FBC-DD8C2BD87F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677400" cy="2306637"/>
          </a:xfrm>
        </p:spPr>
        <p:txBody>
          <a:bodyPr/>
          <a:lstStyle/>
          <a:p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開発</a:t>
            </a:r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演習報告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ED873CE-AE7B-9495-396A-E5CE8A93EF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株式会社ソフトエイジ　板橋蒼</a:t>
            </a:r>
          </a:p>
        </p:txBody>
      </p:sp>
    </p:spTree>
    <p:extLst>
      <p:ext uri="{BB962C8B-B14F-4D97-AF65-F5344CB8AC3E}">
        <p14:creationId xmlns:p14="http://schemas.microsoft.com/office/powerpoint/2010/main" val="2217718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41E61C-709D-2FEB-10F2-767FE9D2C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目次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0E949C-C099-1ABB-C65F-48BB78673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kumimoji="1" lang="ja-JP" altLang="en-US" sz="40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開発スケジュール</a:t>
            </a:r>
            <a:endParaRPr lang="en-US" altLang="ja-JP" sz="4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>
              <a:buFont typeface="Wingdings" panose="05000000000000000000" pitchFamily="2" charset="2"/>
              <a:buChar char="Ø"/>
            </a:pPr>
            <a:endParaRPr kumimoji="1" lang="en-US" altLang="ja-JP" sz="4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ja-JP" altLang="en-US" sz="40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成果物の概要</a:t>
            </a:r>
            <a:endParaRPr lang="en-US" altLang="ja-JP" sz="4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altLang="ja-JP" sz="4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ja-JP" altLang="en-US" sz="40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成果報告</a:t>
            </a:r>
            <a:endParaRPr lang="en-US" altLang="ja-JP" sz="4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08958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A84D7C-B484-6D49-5FC4-4725C8F69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開発スケジュール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4184066-14B9-2EAE-B292-16A05B9F1B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267737"/>
            <a:ext cx="10515600" cy="231203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51BF453-CD4B-1C18-D1A0-3E2662E24A46}"/>
              </a:ext>
            </a:extLst>
          </p:cNvPr>
          <p:cNvSpPr txBox="1"/>
          <p:nvPr/>
        </p:nvSpPr>
        <p:spPr>
          <a:xfrm>
            <a:off x="838200" y="2141416"/>
            <a:ext cx="2383971" cy="660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計画</a:t>
            </a:r>
          </a:p>
        </p:txBody>
      </p:sp>
    </p:spTree>
    <p:extLst>
      <p:ext uri="{BB962C8B-B14F-4D97-AF65-F5344CB8AC3E}">
        <p14:creationId xmlns:p14="http://schemas.microsoft.com/office/powerpoint/2010/main" val="4158938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5107-37CC-60E1-D6F1-5FB1B088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39641D-AC12-9F37-4F97-0A72E874F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開発スケジュール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414420-0A5A-94BB-C5B2-FCF11E86E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実際の進捗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46EC44B-0DE2-CB95-3DAD-550C0E44B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10739219" cy="2361199"/>
          </a:xfrm>
          <a:prstGeom prst="rect">
            <a:avLst/>
          </a:prstGeom>
        </p:spPr>
      </p:pic>
      <p:pic>
        <p:nvPicPr>
          <p:cNvPr id="7" name="コンテンツ プレースホルダー 4">
            <a:extLst>
              <a:ext uri="{FF2B5EF4-FFF2-40B4-BE49-F238E27FC236}">
                <a16:creationId xmlns:a16="http://schemas.microsoft.com/office/drawing/2014/main" id="{59FBF74C-E9AF-1863-216A-1C4BD3703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454" y="1505853"/>
            <a:ext cx="6987785" cy="1536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801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77350-B6F4-89D1-2E98-A7FC4810D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98D033-AA99-ACFC-AC23-FA84013E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成果物の概要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FCDE3D-08CC-654C-ACF3-66A8F1F9B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123714" cy="4346575"/>
          </a:xfrm>
        </p:spPr>
        <p:txBody>
          <a:bodyPr numCol="1"/>
          <a:lstStyle/>
          <a:p>
            <a:pPr>
              <a:buFont typeface="Wingdings" panose="05000000000000000000" pitchFamily="2" charset="2"/>
              <a:buChar char="Ø"/>
            </a:pPr>
            <a:r>
              <a:rPr kumimoji="1" lang="ja-JP" altLang="en-US" sz="32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社員情報管理システム</a:t>
            </a:r>
            <a:endParaRPr lang="en-US" altLang="ja-JP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811213" indent="-365125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社員登録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811213" indent="-365125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社員一覧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811213" indent="-365125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部署登録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811213" indent="-365125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部署一覧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811213" indent="-365125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部署削除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811213" indent="-182563" defTabSz="892175"/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89AD5E0-F27E-D2AB-CE02-9C1B984B12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4183" y="2576992"/>
            <a:ext cx="7285377" cy="373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41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08045-D3CB-0B06-1A51-41D0F51C3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1CA68A-5357-D0A2-8AC5-B9F11BFFB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従業員登録機能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9ABF0344-A5C8-F1A3-5FF0-0BB7BD1D82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60" t="1" r="30592" b="1045"/>
          <a:stretch>
            <a:fillRect/>
          </a:stretch>
        </p:blipFill>
        <p:spPr>
          <a:xfrm>
            <a:off x="838200" y="2007034"/>
            <a:ext cx="3001216" cy="387640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CEB1346-E919-C3EB-9D6E-19EB38F688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77" t="-2" r="27129" b="88"/>
          <a:stretch>
            <a:fillRect/>
          </a:stretch>
        </p:blipFill>
        <p:spPr>
          <a:xfrm>
            <a:off x="4113296" y="2016241"/>
            <a:ext cx="3864844" cy="421138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29A3F14A-596D-2635-501E-81BAEF9235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07" t="-1" r="28176" b="-740"/>
          <a:stretch>
            <a:fillRect/>
          </a:stretch>
        </p:blipFill>
        <p:spPr>
          <a:xfrm>
            <a:off x="8252020" y="2015927"/>
            <a:ext cx="3476663" cy="3867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139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77CDB-A42A-C9D9-2C68-C8492A565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CAD927-D9AD-794C-3B3A-A66173490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部署</a:t>
            </a:r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登録機能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12C3A3FF-DA66-A70F-612E-95937685B7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69" t="13575" r="35125" b="44281"/>
          <a:stretch>
            <a:fillRect/>
          </a:stretch>
        </p:blipFill>
        <p:spPr>
          <a:xfrm>
            <a:off x="369570" y="2284764"/>
            <a:ext cx="2971516" cy="2058636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92BDDE6B-FDEE-D5D1-5C09-FE7A22BBEB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2" t="17334" r="27594" b="41146"/>
          <a:stretch>
            <a:fillRect/>
          </a:stretch>
        </p:blipFill>
        <p:spPr>
          <a:xfrm>
            <a:off x="3341086" y="2284764"/>
            <a:ext cx="4288387" cy="1944336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91E99DF-285E-5A0C-F250-32313FB0AA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56" t="15175" r="27026" b="34015"/>
          <a:stretch>
            <a:fillRect/>
          </a:stretch>
        </p:blipFill>
        <p:spPr>
          <a:xfrm>
            <a:off x="7484186" y="2084412"/>
            <a:ext cx="4452544" cy="245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789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417ED-FE9C-B424-2926-BAC7087F2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622461-B0AF-71E1-050E-CF481FE96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一覧機能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B30C12EA-4D7D-02CB-D460-629AC3BB5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t="4839" r="14577" b="32553"/>
          <a:stretch>
            <a:fillRect/>
          </a:stretch>
        </p:blipFill>
        <p:spPr>
          <a:xfrm>
            <a:off x="1360170" y="1535438"/>
            <a:ext cx="5638800" cy="2489584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AEEF2F1-B85B-9888-D727-BC75960C5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13" t="7149" r="11874" b="46536"/>
          <a:stretch>
            <a:fillRect/>
          </a:stretch>
        </p:blipFill>
        <p:spPr>
          <a:xfrm>
            <a:off x="1360170" y="4025022"/>
            <a:ext cx="8138160" cy="259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634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3A7B5F-8ADD-E072-A7B3-8A5F272FC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成果の報告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24422C-F36B-F00A-F869-15D73C6F7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n"/>
            </a:pPr>
            <a:r>
              <a:rPr kumimoji="1" lang="ja-JP" altLang="en-US" sz="32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困難を感じたこと</a:t>
            </a:r>
            <a:endParaRPr kumimoji="1" lang="en-US" altLang="ja-JP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indent="34925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クラス間のつながり、概念の理解</a:t>
            </a:r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811212" indent="-457200"/>
            <a:endParaRPr kumimoji="1" lang="ja-JP" altLang="en-US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8759D24-F9EB-6398-B339-62D952F9F5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2459" y="1874520"/>
            <a:ext cx="4771017" cy="3500755"/>
          </a:xfrm>
          <a:prstGeom prst="rect">
            <a:avLst/>
          </a:prstGeom>
        </p:spPr>
      </p:pic>
      <p:sp>
        <p:nvSpPr>
          <p:cNvPr id="6" name="矢印: 下 5">
            <a:extLst>
              <a:ext uri="{FF2B5EF4-FFF2-40B4-BE49-F238E27FC236}">
                <a16:creationId xmlns:a16="http://schemas.microsoft.com/office/drawing/2014/main" id="{EFA3C5C3-EB83-59C3-4878-6DA4D2287D49}"/>
              </a:ext>
            </a:extLst>
          </p:cNvPr>
          <p:cNvSpPr/>
          <p:nvPr/>
        </p:nvSpPr>
        <p:spPr>
          <a:xfrm>
            <a:off x="3380422" y="3190558"/>
            <a:ext cx="971550" cy="8686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81E8CBF-73B4-CEB1-680F-3A1AF5A78EEB}"/>
              </a:ext>
            </a:extLst>
          </p:cNvPr>
          <p:cNvSpPr txBox="1"/>
          <p:nvPr/>
        </p:nvSpPr>
        <p:spPr>
          <a:xfrm>
            <a:off x="992505" y="4513168"/>
            <a:ext cx="574738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開発演習で実際の開発を通じてそれぞれのクラスの役割、つながりを理解できた。</a:t>
            </a:r>
          </a:p>
        </p:txBody>
      </p:sp>
    </p:spTree>
    <p:extLst>
      <p:ext uri="{BB962C8B-B14F-4D97-AF65-F5344CB8AC3E}">
        <p14:creationId xmlns:p14="http://schemas.microsoft.com/office/powerpoint/2010/main" val="1528263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5EA54-77A1-C349-E9EE-74E944E2D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208AFF-FDF1-C2F2-D8AD-11580D858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成果の報告　技術面</a:t>
            </a:r>
            <a:endParaRPr kumimoji="1" lang="ja-JP" alt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6C9CFCF-DC4D-BAB0-3D17-5575B4F9D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n"/>
            </a:pPr>
            <a:r>
              <a:rPr kumimoji="1" lang="ja-JP" altLang="en-US" sz="32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研修を通して成長した点</a:t>
            </a:r>
            <a:endParaRPr kumimoji="1" lang="en-US" altLang="ja-JP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r>
              <a:rPr kumimoji="1"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ソフトウェア開発の一連の作業が体感できた。</a:t>
            </a:r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スケジュール通りに開発を進める難しさが分かった。</a:t>
            </a:r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endParaRPr kumimoji="1" lang="ja-JP" alt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矢印: 下 3">
            <a:extLst>
              <a:ext uri="{FF2B5EF4-FFF2-40B4-BE49-F238E27FC236}">
                <a16:creationId xmlns:a16="http://schemas.microsoft.com/office/drawing/2014/main" id="{A29EFF42-68FD-ABEF-DF16-350B251C3397}"/>
              </a:ext>
            </a:extLst>
          </p:cNvPr>
          <p:cNvSpPr/>
          <p:nvPr/>
        </p:nvSpPr>
        <p:spPr>
          <a:xfrm>
            <a:off x="5124450" y="3678714"/>
            <a:ext cx="971550" cy="8686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71EFA9AC-367B-53AC-2805-6FDDF926EDC4}"/>
              </a:ext>
            </a:extLst>
          </p:cNvPr>
          <p:cNvSpPr txBox="1">
            <a:spLocks/>
          </p:cNvSpPr>
          <p:nvPr/>
        </p:nvSpPr>
        <p:spPr>
          <a:xfrm>
            <a:off x="838200" y="454739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n"/>
            </a:pPr>
            <a:r>
              <a:rPr lang="ja-JP" altLang="en-US" sz="32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これから</a:t>
            </a:r>
            <a:endParaRPr lang="en-US" altLang="ja-JP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今回学んだ技術、操作を基により実践的な技術を現場で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355600" indent="-92075">
              <a:buNone/>
            </a:pPr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　身につける。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endParaRPr lang="ja-JP" alt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8220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398A4-79A3-6531-FC80-04F39D61C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12D295-53F1-5AD6-DA7E-6A3323889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成果の報告　ビジネス面</a:t>
            </a:r>
            <a:endParaRPr kumimoji="1" lang="ja-JP" alt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08FCF7-E4EF-7B65-E5BA-4446D4F9F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n"/>
            </a:pPr>
            <a:r>
              <a:rPr kumimoji="1" lang="ja-JP" altLang="en-US" sz="32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研修を通して成長した点</a:t>
            </a:r>
            <a:endParaRPr kumimoji="1" lang="en-US" altLang="ja-JP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アウトプットの大切さを実感した。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率先して発言することが難しかった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endParaRPr kumimoji="1"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矢印: 下 3">
            <a:extLst>
              <a:ext uri="{FF2B5EF4-FFF2-40B4-BE49-F238E27FC236}">
                <a16:creationId xmlns:a16="http://schemas.microsoft.com/office/drawing/2014/main" id="{A9F0234B-3BE2-FFA8-A2A3-5B639EB426E5}"/>
              </a:ext>
            </a:extLst>
          </p:cNvPr>
          <p:cNvSpPr/>
          <p:nvPr/>
        </p:nvSpPr>
        <p:spPr>
          <a:xfrm>
            <a:off x="5124450" y="3623945"/>
            <a:ext cx="971550" cy="8686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E0B59EF8-A882-9D35-7C44-F82D37D8905C}"/>
              </a:ext>
            </a:extLst>
          </p:cNvPr>
          <p:cNvSpPr txBox="1">
            <a:spLocks/>
          </p:cNvSpPr>
          <p:nvPr/>
        </p:nvSpPr>
        <p:spPr>
          <a:xfrm>
            <a:off x="838200" y="4492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n"/>
            </a:pPr>
            <a:r>
              <a:rPr lang="ja-JP" altLang="en-US" sz="32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これから</a:t>
            </a:r>
            <a:endParaRPr lang="en-US" altLang="ja-JP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628650" indent="-273050"/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自分の知識の定着の為にも、チームメンバーの為にもこまめな報連相をする。</a:t>
            </a:r>
            <a:endParaRPr lang="en-US" altLang="ja-JP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3067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180</Words>
  <Application>Microsoft Office PowerPoint</Application>
  <PresentationFormat>ワイド画面</PresentationFormat>
  <Paragraphs>40</Paragraphs>
  <Slides>11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ＭＳ ゴシック</vt:lpstr>
      <vt:lpstr>游ゴシック</vt:lpstr>
      <vt:lpstr>游ゴシック Light</vt:lpstr>
      <vt:lpstr>Arial</vt:lpstr>
      <vt:lpstr>Wingdings</vt:lpstr>
      <vt:lpstr>Office テーマ</vt:lpstr>
      <vt:lpstr>開発演習報告</vt:lpstr>
      <vt:lpstr>目次</vt:lpstr>
      <vt:lpstr>開発スケジュール</vt:lpstr>
      <vt:lpstr>開発スケジュール</vt:lpstr>
      <vt:lpstr>成果物の概要</vt:lpstr>
      <vt:lpstr>従業員登録機能</vt:lpstr>
      <vt:lpstr>部署登録機能</vt:lpstr>
      <vt:lpstr>一覧機能</vt:lpstr>
      <vt:lpstr>成果の報告</vt:lpstr>
      <vt:lpstr>成果の報告　技術面</vt:lpstr>
      <vt:lpstr>成果の報告　ビジネス面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opnewemp009</dc:creator>
  <cp:lastModifiedBy>opnewemp009</cp:lastModifiedBy>
  <cp:revision>1</cp:revision>
  <dcterms:created xsi:type="dcterms:W3CDTF">2026-05-28T02:13:47Z</dcterms:created>
  <dcterms:modified xsi:type="dcterms:W3CDTF">2026-05-28T06:35:52Z</dcterms:modified>
</cp:coreProperties>
</file>