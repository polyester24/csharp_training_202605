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71" r:id="rId8"/>
    <p:sldId id="263" r:id="rId9"/>
    <p:sldId id="272" r:id="rId10"/>
    <p:sldId id="264" r:id="rId11"/>
    <p:sldId id="270" r:id="rId12"/>
    <p:sldId id="268" r:id="rId13"/>
    <p:sldId id="269" r:id="rId1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6" d="100"/>
          <a:sy n="56" d="100"/>
        </p:scale>
        <p:origin x="100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3214CE-5828-4E7C-882C-996F367D41A5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56E3D2-F348-4ED1-BD31-3C5B6EFE7C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12619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56E3D2-F348-4ED1-BD31-3C5B6EFE7CBD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154059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4A12E6D-E7A2-C040-2B7C-1AF0815098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C04D970-64B7-0DE1-EAE7-C1934136FF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40E6A9E-FC25-18F9-2B56-C0110CC1D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63A5E-6A93-42D8-BF69-D7A540BA69FA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AF888FB-138A-2EF5-E21B-2D522D0C7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F409468-04A1-B3E7-D59A-80E2FF505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CDB99-29BA-42FD-B2B2-12275BAA74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992829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E8996E6-D822-85C4-B345-7DC966730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37367C9-7A95-2A31-17AD-C54E06A2E1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E67CD18-B602-BBF2-3974-0443A7B2D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63A5E-6A93-42D8-BF69-D7A540BA69FA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9CBE639-439D-586D-1A24-697B3AD90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5078A7A-7FEA-A08B-E048-236D994FD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CDB99-29BA-42FD-B2B2-12275BAA74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980345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773CAD2-C082-7FE8-1EA7-7FCC2FFD5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E857531-2559-CE0F-577D-99122428CE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0D460B9-E933-60AB-1608-5C9168E8E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63A5E-6A93-42D8-BF69-D7A540BA69FA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FD4E570-0D18-45F0-FD83-3CAC63692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551F607-193B-FC59-1E47-C4F0704DC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CDB99-29BA-42FD-B2B2-12275BAA74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21528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F17FAFF-A863-71F5-CF08-EAAEA5B42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D0E6752-E87D-28C6-B86B-A3A1440C01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9D8F726-0C88-80DF-F4AB-86F08F5439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AB424B5-572E-2467-2DCA-31E27EA0B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63A5E-6A93-42D8-BF69-D7A540BA69FA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966196A-0256-B414-30DA-73C23659E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5DED951-B824-F2F7-3682-C08615C24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CDB99-29BA-42FD-B2B2-12275BAA74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5494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50CF166-5F6F-9F58-D60F-D74ADD346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FCD98BE-7E25-9861-37D3-63457E14D3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1B340EC-3093-50BD-C450-0760271EF7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681568E-7CF3-DF03-E220-4B7ECA62E4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E4521F9-0722-ABBB-D6DD-51AF7F5E55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CC110754-4324-138A-DD2E-F17B706B5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63A5E-6A93-42D8-BF69-D7A540BA69FA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FDCEEE1-BA3C-E5F9-6E94-326CF2327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9812CDA-F93F-0AAA-924B-81058E6C3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CDB99-29BA-42FD-B2B2-12275BAA74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88113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82DB710-9F6B-81B0-5562-8FF290E52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8D5FD8F-B422-ACEA-F89A-BB49C207C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63A5E-6A93-42D8-BF69-D7A540BA69FA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2AC095F-0075-9386-67FF-C1D032254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FE0197C-519B-1DEE-3E71-8A1DC62DA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CDB99-29BA-42FD-B2B2-12275BAA74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60438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67AFE99-E8BF-B56E-E029-5258CE241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63A5E-6A93-42D8-BF69-D7A540BA69FA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FBF2541-A76B-0998-DE85-775A10B15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ACD3E1F-CF40-2069-0808-61344DEA7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CDB99-29BA-42FD-B2B2-12275BAA74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01732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2246557-4F29-E54C-3DF1-E51128694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F5FF4B0-AB15-F268-C862-32921811FC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319FFCB-9A8B-3343-9315-5554341BC9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F980815-2BF6-96AB-C939-7BB426228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63A5E-6A93-42D8-BF69-D7A540BA69FA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F2F044D-30B8-AD9F-1D29-A917374AB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5DD248A-9592-0A56-13A2-E57162ECA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CDB99-29BA-42FD-B2B2-12275BAA74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16173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3F6786B-7988-F6B9-52FD-FD8A81048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B151CFB-C5F3-3456-8DA6-9F5474014B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13FFF3C-112C-BCC5-15C6-EDBB4590CA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2236FA3-5918-8578-9B28-CAE7695DF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63A5E-6A93-42D8-BF69-D7A540BA69FA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3FB26C1-1F47-652D-08AE-48AF44AE3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C8D4E04-93E1-7AA6-0392-B9EFB6E7E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CDB99-29BA-42FD-B2B2-12275BAA74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3512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52BC7E8-C536-00F0-5B20-8C26992D8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471D0FD-8D6D-F1C5-7B47-7A16CA825B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30DF22-36FA-92DA-78FD-7AA0ABC5C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63A5E-6A93-42D8-BF69-D7A540BA69FA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934D640-1A7E-4155-05FF-ED2CA0D01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7DB4BBB-E84E-7528-E307-AC8304E72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CDB99-29BA-42FD-B2B2-12275BAA74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326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C7DBB44E-F9A8-990C-32DB-842C24FE43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95AD16B-0BC3-C343-0029-A21D537966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96FF247-FB64-0404-D9E6-45AF458BE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63A5E-6A93-42D8-BF69-D7A540BA69FA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A920D20-A59C-791F-C8B0-7142716AF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E875F17-9B98-50AC-CED9-E7F93FFA2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CDB99-29BA-42FD-B2B2-12275BAA74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12666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CC9A3D43-9D24-7C52-912A-55C5040CA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0932030-4341-3884-CE6F-E39165C4A7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05B4999-40AD-EC2D-8A5D-369ECB805B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B63A5E-6A93-42D8-BF69-D7A540BA69FA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AD98C4A-45B1-023A-2561-42C4C83A2E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CFF830C-5615-47BA-A534-359CC5EAF1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3CDB99-29BA-42FD-B2B2-12275BAA74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19876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0CDA8E-B36C-8C26-0FBC-DD8C2BD87F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677400" cy="2306637"/>
          </a:xfrm>
        </p:spPr>
        <p:txBody>
          <a:bodyPr/>
          <a:lstStyle/>
          <a:p>
            <a:r>
              <a:rPr lang="ja-JP" altLang="en-US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開発</a:t>
            </a:r>
            <a:r>
              <a:rPr kumimoji="1" lang="ja-JP" altLang="en-US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演習報告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ED873CE-AE7B-9495-396A-E5CE8A93EF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株式会社ソフトエイジ　板橋蒼</a:t>
            </a:r>
          </a:p>
        </p:txBody>
      </p:sp>
    </p:spTree>
    <p:extLst>
      <p:ext uri="{BB962C8B-B14F-4D97-AF65-F5344CB8AC3E}">
        <p14:creationId xmlns:p14="http://schemas.microsoft.com/office/powerpoint/2010/main" val="22177188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C41E61C-709D-2FEB-10F2-767FE9D2C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目次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E0E949C-C099-1ABB-C65F-48BB786738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kumimoji="1" lang="ja-JP" altLang="en-US" sz="40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開発スケジュール</a:t>
            </a:r>
            <a:endParaRPr lang="en-US" altLang="ja-JP" sz="40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pPr>
              <a:buFont typeface="Wingdings" panose="05000000000000000000" pitchFamily="2" charset="2"/>
              <a:buChar char="Ø"/>
            </a:pPr>
            <a:endParaRPr kumimoji="1" lang="en-US" altLang="ja-JP" sz="40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ja-JP" altLang="en-US" sz="40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成果物の概要</a:t>
            </a:r>
            <a:endParaRPr lang="en-US" altLang="ja-JP" sz="40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altLang="ja-JP" sz="40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ja-JP" altLang="en-US" sz="40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成果報告</a:t>
            </a:r>
            <a:endParaRPr lang="en-US" altLang="ja-JP" sz="40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5089582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5A84D7C-B484-6D49-5FC4-4725C8F69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開発スケジュール</a:t>
            </a:r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74184066-14B9-2EAE-B292-16A05B9F1B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267737"/>
            <a:ext cx="10515600" cy="2312033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151BF453-CD4B-1C18-D1A0-3E2662E24A46}"/>
              </a:ext>
            </a:extLst>
          </p:cNvPr>
          <p:cNvSpPr txBox="1"/>
          <p:nvPr/>
        </p:nvSpPr>
        <p:spPr>
          <a:xfrm>
            <a:off x="838200" y="2141416"/>
            <a:ext cx="2383971" cy="6606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計画</a:t>
            </a:r>
          </a:p>
        </p:txBody>
      </p:sp>
    </p:spTree>
    <p:extLst>
      <p:ext uri="{BB962C8B-B14F-4D97-AF65-F5344CB8AC3E}">
        <p14:creationId xmlns:p14="http://schemas.microsoft.com/office/powerpoint/2010/main" val="41589380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35107-37CC-60E1-D6F1-5FB1B088F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F39641D-AC12-9F37-4F97-0A72E874F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開発スケジュール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D414420-0A5A-94BB-C5B2-FCF11E86E3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実際の進捗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146EC44B-0DE2-CB95-3DAD-550C0E44BC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429000"/>
            <a:ext cx="10739219" cy="2361199"/>
          </a:xfrm>
          <a:prstGeom prst="rect">
            <a:avLst/>
          </a:prstGeom>
        </p:spPr>
      </p:pic>
      <p:pic>
        <p:nvPicPr>
          <p:cNvPr id="7" name="コンテンツ プレースホルダー 4">
            <a:extLst>
              <a:ext uri="{FF2B5EF4-FFF2-40B4-BE49-F238E27FC236}">
                <a16:creationId xmlns:a16="http://schemas.microsoft.com/office/drawing/2014/main" id="{59FBF74C-E9AF-1863-216A-1C4BD3703F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7454" y="1505853"/>
            <a:ext cx="6987785" cy="1536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8013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77350-B6F4-89D1-2E98-A7FC4810D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698D033-AA99-ACFC-AC23-FA84013E1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成果物の概要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1FCDE3D-08CC-654C-ACF3-66A8F1F9B2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123714" cy="4346575"/>
          </a:xfrm>
        </p:spPr>
        <p:txBody>
          <a:bodyPr numCol="1"/>
          <a:lstStyle/>
          <a:p>
            <a:pPr>
              <a:buFont typeface="Wingdings" panose="05000000000000000000" pitchFamily="2" charset="2"/>
              <a:buChar char="Ø"/>
            </a:pPr>
            <a:r>
              <a:rPr kumimoji="1" lang="ja-JP" altLang="en-US" sz="32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社員情報管理システム</a:t>
            </a:r>
            <a:endParaRPr lang="en-US" altLang="ja-JP" sz="32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pPr marL="811213" indent="-365125"/>
            <a:r>
              <a:rPr lang="ja-JP" altLang="en-US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社員登録</a:t>
            </a:r>
            <a:endParaRPr lang="en-US" altLang="ja-JP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pPr marL="811213" indent="-365125"/>
            <a:r>
              <a:rPr lang="ja-JP" altLang="en-US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社員一覧</a:t>
            </a:r>
            <a:endParaRPr lang="en-US" altLang="ja-JP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pPr marL="811213" indent="-365125"/>
            <a:r>
              <a:rPr lang="ja-JP" altLang="en-US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部署登録</a:t>
            </a:r>
            <a:endParaRPr lang="en-US" altLang="ja-JP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pPr marL="811213" indent="-365125"/>
            <a:r>
              <a:rPr lang="ja-JP" altLang="en-US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部署一覧</a:t>
            </a:r>
            <a:endParaRPr lang="en-US" altLang="ja-JP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pPr marL="811213" indent="-365125"/>
            <a:r>
              <a:rPr lang="ja-JP" altLang="en-US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部署削除</a:t>
            </a:r>
            <a:endParaRPr lang="en-US" altLang="ja-JP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pPr marL="811213" indent="-182563" defTabSz="892175"/>
            <a:endParaRPr lang="en-US" altLang="ja-JP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189AD5E0-F27E-D2AB-CE02-9C1B984B12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4183" y="2576992"/>
            <a:ext cx="7285377" cy="3730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4138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08045-D3CB-0B06-1A51-41D0F51C3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81CA68A-5357-D0A2-8AC5-B9F11BFFB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従業員登録機能</a:t>
            </a:r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9ABF0344-A5C8-F1A3-5FF0-0BB7BD1D82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660" t="1" r="30592" b="1045"/>
          <a:stretch>
            <a:fillRect/>
          </a:stretch>
        </p:blipFill>
        <p:spPr>
          <a:xfrm>
            <a:off x="838200" y="2007034"/>
            <a:ext cx="3001216" cy="3876408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6CEB1346-E919-C3EB-9D6E-19EB38F688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77" t="-2" r="27129" b="88"/>
          <a:stretch>
            <a:fillRect/>
          </a:stretch>
        </p:blipFill>
        <p:spPr>
          <a:xfrm>
            <a:off x="4113296" y="2016241"/>
            <a:ext cx="3864844" cy="4211388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29A3F14A-596D-2635-501E-81BAEF9235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07" t="-1" r="28176" b="-740"/>
          <a:stretch>
            <a:fillRect/>
          </a:stretch>
        </p:blipFill>
        <p:spPr>
          <a:xfrm>
            <a:off x="8252020" y="2015927"/>
            <a:ext cx="3476663" cy="3867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1393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7A2F2-BA03-CFC3-0E93-C9B33E3DD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E9507A9-E4DF-9A2E-93B9-AC77E282F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従業員登録機能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8D8ECFC3-8904-49DC-F83A-D466A34221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2575" y="1690688"/>
            <a:ext cx="9086850" cy="4486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7148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77CDB-A42A-C9D9-2C68-C8492A565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5CAD927-D9AD-794C-3B3A-A66173490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部署</a:t>
            </a:r>
            <a:r>
              <a:rPr kumimoji="1" lang="ja-JP" altLang="en-US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登録機能</a:t>
            </a:r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12C3A3FF-DA66-A70F-612E-95937685B7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969" t="13575" r="35125" b="44281"/>
          <a:stretch>
            <a:fillRect/>
          </a:stretch>
        </p:blipFill>
        <p:spPr>
          <a:xfrm>
            <a:off x="369570" y="2284764"/>
            <a:ext cx="2971516" cy="2058636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92BDDE6B-FDEE-D5D1-5C09-FE7A22BBEB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312" t="17334" r="27594" b="41146"/>
          <a:stretch>
            <a:fillRect/>
          </a:stretch>
        </p:blipFill>
        <p:spPr>
          <a:xfrm>
            <a:off x="3341086" y="2284764"/>
            <a:ext cx="4288387" cy="1944336"/>
          </a:xfrm>
          <a:prstGeom prst="rect">
            <a:avLst/>
          </a:prstGeom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991E99DF-285E-5A0C-F250-32313FB0AA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56" t="15175" r="27026" b="34015"/>
          <a:stretch>
            <a:fillRect/>
          </a:stretch>
        </p:blipFill>
        <p:spPr>
          <a:xfrm>
            <a:off x="7484186" y="2084412"/>
            <a:ext cx="4452544" cy="2459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7892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000AF13-7CC4-508A-F9A9-080903FB2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部署登録機能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AE2FFD5D-773E-1AF8-782D-465FDC803D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1580" y="1690688"/>
            <a:ext cx="8961120" cy="4422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8329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417ED-FE9C-B424-2926-BAC7087F2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C622461-B0AF-71E1-050E-CF481FE96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一覧機能</a:t>
            </a: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B30C12EA-4D7D-02CB-D460-629AC3BB55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41" t="4839" r="14577" b="32553"/>
          <a:stretch>
            <a:fillRect/>
          </a:stretch>
        </p:blipFill>
        <p:spPr>
          <a:xfrm>
            <a:off x="1360170" y="1535438"/>
            <a:ext cx="5638800" cy="2489584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6AEEF2F1-B85B-9888-D727-BC75960C50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13" t="7149" r="11874" b="46536"/>
          <a:stretch>
            <a:fillRect/>
          </a:stretch>
        </p:blipFill>
        <p:spPr>
          <a:xfrm>
            <a:off x="1360170" y="4025022"/>
            <a:ext cx="8138160" cy="2590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6342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E3A7B5F-8ADD-E072-A7B3-8A5F272FC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成果の報告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724422C-F36B-F00A-F869-15D73C6F70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n"/>
            </a:pPr>
            <a:r>
              <a:rPr kumimoji="1" lang="ja-JP" altLang="en-US" sz="32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困難を感じたこと</a:t>
            </a:r>
            <a:endParaRPr kumimoji="1" lang="en-US" altLang="ja-JP" sz="32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pPr indent="34925"/>
            <a:r>
              <a:rPr lang="ja-JP" altLang="en-US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クラス間のつながり、概念の理解</a:t>
            </a:r>
            <a:endParaRPr kumimoji="1" lang="en-US" altLang="ja-JP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pPr marL="811212" indent="-457200"/>
            <a:endParaRPr kumimoji="1" lang="ja-JP" altLang="en-US" sz="32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38759D24-F9EB-6398-B339-62D952F9F5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2459" y="1874520"/>
            <a:ext cx="4771017" cy="3500755"/>
          </a:xfrm>
          <a:prstGeom prst="rect">
            <a:avLst/>
          </a:prstGeom>
        </p:spPr>
      </p:pic>
      <p:sp>
        <p:nvSpPr>
          <p:cNvPr id="6" name="矢印: 下 5">
            <a:extLst>
              <a:ext uri="{FF2B5EF4-FFF2-40B4-BE49-F238E27FC236}">
                <a16:creationId xmlns:a16="http://schemas.microsoft.com/office/drawing/2014/main" id="{EFA3C5C3-EB83-59C3-4878-6DA4D2287D49}"/>
              </a:ext>
            </a:extLst>
          </p:cNvPr>
          <p:cNvSpPr/>
          <p:nvPr/>
        </p:nvSpPr>
        <p:spPr>
          <a:xfrm>
            <a:off x="3380422" y="3190558"/>
            <a:ext cx="971550" cy="86868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81E8CBF-73B4-CEB1-680F-3A1AF5A78EEB}"/>
              </a:ext>
            </a:extLst>
          </p:cNvPr>
          <p:cNvSpPr txBox="1"/>
          <p:nvPr/>
        </p:nvSpPr>
        <p:spPr>
          <a:xfrm>
            <a:off x="992505" y="4513168"/>
            <a:ext cx="574738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開発演習で実際の開発を通じてそれぞれのクラスの役割、つながりを理解できた。</a:t>
            </a:r>
          </a:p>
        </p:txBody>
      </p:sp>
    </p:spTree>
    <p:extLst>
      <p:ext uri="{BB962C8B-B14F-4D97-AF65-F5344CB8AC3E}">
        <p14:creationId xmlns:p14="http://schemas.microsoft.com/office/powerpoint/2010/main" val="15282638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5EA54-77A1-C349-E9EE-74E944E2D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6208AFF-FDF1-C2F2-D8AD-11580D858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成果の報告　技術面</a:t>
            </a:r>
            <a:endParaRPr kumimoji="1" lang="ja-JP" altLang="en-US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6C9CFCF-DC4D-BAB0-3D17-5575B4F9DB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n"/>
            </a:pPr>
            <a:r>
              <a:rPr kumimoji="1" lang="ja-JP" altLang="en-US" sz="32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研修を通して成長した点</a:t>
            </a:r>
            <a:endParaRPr kumimoji="1" lang="en-US" altLang="ja-JP" sz="32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pPr marL="628650" indent="-273050"/>
            <a:r>
              <a:rPr kumimoji="1" lang="ja-JP" altLang="en-US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ソフトウェア開発の一連の作業が体感できた。</a:t>
            </a:r>
            <a:endParaRPr kumimoji="1" lang="en-US" altLang="ja-JP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pPr marL="628650" indent="-273050"/>
            <a:r>
              <a:rPr lang="ja-JP" altLang="en-US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スケジュール通りに開発を進める難しさが分かった。</a:t>
            </a:r>
            <a:endParaRPr kumimoji="1" lang="en-US" altLang="ja-JP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pPr marL="628650" indent="-273050"/>
            <a:endParaRPr kumimoji="1" lang="ja-JP" altLang="en-US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4" name="矢印: 下 3">
            <a:extLst>
              <a:ext uri="{FF2B5EF4-FFF2-40B4-BE49-F238E27FC236}">
                <a16:creationId xmlns:a16="http://schemas.microsoft.com/office/drawing/2014/main" id="{A29EFF42-68FD-ABEF-DF16-350B251C3397}"/>
              </a:ext>
            </a:extLst>
          </p:cNvPr>
          <p:cNvSpPr/>
          <p:nvPr/>
        </p:nvSpPr>
        <p:spPr>
          <a:xfrm>
            <a:off x="5124450" y="3678714"/>
            <a:ext cx="971550" cy="86868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コンテンツ プレースホルダー 2">
            <a:extLst>
              <a:ext uri="{FF2B5EF4-FFF2-40B4-BE49-F238E27FC236}">
                <a16:creationId xmlns:a16="http://schemas.microsoft.com/office/drawing/2014/main" id="{71EFA9AC-367B-53AC-2805-6FDDF926EDC4}"/>
              </a:ext>
            </a:extLst>
          </p:cNvPr>
          <p:cNvSpPr txBox="1">
            <a:spLocks/>
          </p:cNvSpPr>
          <p:nvPr/>
        </p:nvSpPr>
        <p:spPr>
          <a:xfrm>
            <a:off x="838200" y="4547394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n"/>
            </a:pPr>
            <a:r>
              <a:rPr lang="ja-JP" altLang="en-US" sz="32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これから</a:t>
            </a:r>
            <a:endParaRPr lang="en-US" altLang="ja-JP" sz="32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pPr marL="628650" indent="-273050"/>
            <a:r>
              <a:rPr lang="ja-JP" altLang="en-US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今回学んだ技術、操作を基により実践的な技術を現場で</a:t>
            </a:r>
            <a:endParaRPr lang="en-US" altLang="ja-JP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pPr marL="355600" indent="-92075">
              <a:buNone/>
            </a:pPr>
            <a:r>
              <a:rPr lang="ja-JP" altLang="en-US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　身につける。</a:t>
            </a:r>
            <a:endParaRPr lang="en-US" altLang="ja-JP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pPr marL="628650" indent="-273050"/>
            <a:endParaRPr lang="ja-JP" altLang="en-US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382207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398A4-79A3-6531-FC80-04F39D61C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212D295-53F1-5AD6-DA7E-6A3323889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成果の報告　ビジネス面</a:t>
            </a:r>
            <a:endParaRPr kumimoji="1" lang="ja-JP" altLang="en-US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608FCF7-E4EF-7B65-E5BA-4446D4F9F7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n"/>
            </a:pPr>
            <a:r>
              <a:rPr kumimoji="1" lang="ja-JP" altLang="en-US" sz="32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研修を通して成長した点</a:t>
            </a:r>
            <a:endParaRPr kumimoji="1" lang="en-US" altLang="ja-JP" sz="32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pPr marL="628650" indent="-273050"/>
            <a:r>
              <a:rPr lang="ja-JP" altLang="en-US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アウトプットの大切さを実感した。</a:t>
            </a:r>
            <a:endParaRPr lang="en-US" altLang="ja-JP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pPr marL="628650" indent="-273050"/>
            <a:r>
              <a:rPr lang="ja-JP" altLang="en-US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率先して発言することが難しかった</a:t>
            </a:r>
            <a:endParaRPr lang="en-US" altLang="ja-JP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pPr marL="628650" indent="-273050"/>
            <a:endParaRPr kumimoji="1" lang="en-US" altLang="ja-JP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4" name="矢印: 下 3">
            <a:extLst>
              <a:ext uri="{FF2B5EF4-FFF2-40B4-BE49-F238E27FC236}">
                <a16:creationId xmlns:a16="http://schemas.microsoft.com/office/drawing/2014/main" id="{A9F0234B-3BE2-FFA8-A2A3-5B639EB426E5}"/>
              </a:ext>
            </a:extLst>
          </p:cNvPr>
          <p:cNvSpPr/>
          <p:nvPr/>
        </p:nvSpPr>
        <p:spPr>
          <a:xfrm>
            <a:off x="5124450" y="3623945"/>
            <a:ext cx="971550" cy="86868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コンテンツ プレースホルダー 2">
            <a:extLst>
              <a:ext uri="{FF2B5EF4-FFF2-40B4-BE49-F238E27FC236}">
                <a16:creationId xmlns:a16="http://schemas.microsoft.com/office/drawing/2014/main" id="{E0B59EF8-A882-9D35-7C44-F82D37D8905C}"/>
              </a:ext>
            </a:extLst>
          </p:cNvPr>
          <p:cNvSpPr txBox="1">
            <a:spLocks/>
          </p:cNvSpPr>
          <p:nvPr/>
        </p:nvSpPr>
        <p:spPr>
          <a:xfrm>
            <a:off x="838200" y="4492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n"/>
            </a:pPr>
            <a:r>
              <a:rPr lang="ja-JP" altLang="en-US" sz="32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これから</a:t>
            </a:r>
            <a:endParaRPr lang="en-US" altLang="ja-JP" sz="32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pPr marL="628650" indent="-273050"/>
            <a:r>
              <a:rPr lang="ja-JP" altLang="en-US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自分の知識の定着の為にも、チームメンバーの為にもこまめな報連相をする。</a:t>
            </a:r>
            <a:endParaRPr lang="en-US" altLang="ja-JP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530673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306</TotalTime>
  <Words>186</Words>
  <Application>Microsoft Office PowerPoint</Application>
  <PresentationFormat>ワイド画面</PresentationFormat>
  <Paragraphs>42</Paragraphs>
  <Slides>13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13</vt:i4>
      </vt:variant>
    </vt:vector>
  </HeadingPairs>
  <TitlesOfParts>
    <vt:vector size="19" baseType="lpstr">
      <vt:lpstr>ＭＳ ゴシック</vt:lpstr>
      <vt:lpstr>游ゴシック</vt:lpstr>
      <vt:lpstr>游ゴシック Light</vt:lpstr>
      <vt:lpstr>Arial</vt:lpstr>
      <vt:lpstr>Wingdings</vt:lpstr>
      <vt:lpstr>Office テーマ</vt:lpstr>
      <vt:lpstr>開発演習報告</vt:lpstr>
      <vt:lpstr>目次</vt:lpstr>
      <vt:lpstr>開発スケジュール</vt:lpstr>
      <vt:lpstr>開発スケジュール</vt:lpstr>
      <vt:lpstr>成果物の概要</vt:lpstr>
      <vt:lpstr>従業員登録機能</vt:lpstr>
      <vt:lpstr>従業員登録機能</vt:lpstr>
      <vt:lpstr>部署登録機能</vt:lpstr>
      <vt:lpstr>部署登録機能</vt:lpstr>
      <vt:lpstr>一覧機能</vt:lpstr>
      <vt:lpstr>成果の報告</vt:lpstr>
      <vt:lpstr>成果の報告　技術面</vt:lpstr>
      <vt:lpstr>成果の報告　ビジネス面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opnewemp009</dc:creator>
  <cp:lastModifiedBy>opnewemp009</cp:lastModifiedBy>
  <cp:revision>2</cp:revision>
  <dcterms:created xsi:type="dcterms:W3CDTF">2026-05-28T02:13:47Z</dcterms:created>
  <dcterms:modified xsi:type="dcterms:W3CDTF">2026-05-28T07:20:40Z</dcterms:modified>
</cp:coreProperties>
</file>